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4663440"/>
          </a:xfrm>
          <a:prstGeom prst="rect">
            <a:avLst/>
          </a:prstGeom>
          <a:solidFill>
            <a:srgbClr val="0E1420"/>
          </a:solidFill>
          <a:ln w="19050">
            <a:solidFill>
              <a:srgbClr val="28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554480"/>
            <a:ext cx="164592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08960" y="137160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2D3EE"/>
                </a:solidFill>
                <a:latin typeface="Inter"/>
              </a:defRPr>
            </a:pPr>
            <a:r>
              <a:t>QUALCOMM &amp; HP SNAPDRAGON AI LAB SUBMISSION</a:t>
            </a:r>
          </a:p>
          <a:p>
            <a:pPr>
              <a:spcAft>
                <a:spcPts val="600"/>
              </a:spcAft>
              <a:defRPr sz="3600" b="1">
                <a:solidFill>
                  <a:srgbClr val="F8FAFC"/>
                </a:solidFill>
                <a:latin typeface="Outfit"/>
              </a:defRPr>
            </a:pPr>
            <a:r>
              <a:t>ASHTAVADHANI (अष्टावधानी)</a:t>
            </a:r>
          </a:p>
          <a:p>
            <a:pPr>
              <a:defRPr sz="1800" b="1">
                <a:solidFill>
                  <a:srgbClr val="C4B5FD"/>
                </a:solidFill>
                <a:latin typeface="Outfit"/>
              </a:defRPr>
            </a:pPr>
            <a:r>
              <a:t>Multi-Agent Collaborative Video Synthesis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47472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Autonomous dual-mode creative engine orchestrating an 8-Agent Council and 9 Neural Vision Models.</a:t>
            </a:r>
          </a:p>
          <a:p>
            <a:pPr>
              <a:spcAft>
                <a:spcPts val="1800"/>
              </a:spcAft>
              <a:defRPr sz="1300" b="1">
                <a:solidFill>
                  <a:srgbClr val="06B6D4"/>
                </a:solidFill>
                <a:latin typeface="Inter"/>
              </a:defRPr>
            </a:pPr>
            <a:r>
              <a:t>⚡ Accelerated on Qualcomm Snapdragon X Elite NPU via Qualcomm AI Hub</a:t>
            </a:r>
          </a:p>
          <a:p>
            <a:pPr>
              <a:defRPr sz="1000">
                <a:solidFill>
                  <a:srgbClr val="8291AA"/>
                </a:solidFill>
                <a:latin typeface="Inter"/>
              </a:defRPr>
            </a:pPr>
            <a:r>
              <a:t>Author: Sanyam Asopa  |  Platform: Unstop Snapdragon AI Lab  |  Deployment: Snapdragon X Elite &amp; WoS Edge 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82"/>
                </a:solidFill>
                <a:latin typeface="Inter"/>
              </a:defRPr>
            </a:pPr>
            <a:r>
              <a:t>Ashtavadhani  •  Qualcomm &amp; HP Snapdragon AI Lab Challenge  • 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292608"/>
          </a:xfrm>
          <a:prstGeom prst="roundRect">
            <a:avLst/>
          </a:prstGeom>
          <a:solidFill>
            <a:srgbClr val="1922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2D3EE"/>
                </a:solidFill>
                <a:latin typeface="Inter"/>
              </a:defRPr>
            </a:pPr>
            <a:r>
              <a:t>CHALLENGE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Outfit"/>
              </a:defRPr>
            </a:pPr>
            <a:r>
              <a:t>The Video Creation Bottleneck in the AI 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Why traditional workflows fail creators and why on-device AI is the necessary paradigm shift.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1. The Manual Editing Slump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Creating a 30-second viral reel with kinetic typography, beat synchronization, and mask cutouts takes 4-8 hours in Adobe Premiere or After Effects. Independent creators cannot scale content production without burning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25780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2. Cloud AI Latency &amp; Costs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Existing generative video tools require uploading gigabytes of raw clips to expensive cloud GPUs. Creators face long render queues, recurring $50-100/mo subscriptions, and high network bandwidth consumption.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3. Severe Privacy Risks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Personal family footage, gym videos, and unreleased brand content are transmitted across third-party remote servers. Creators demand edge-first zero-leak processing where their footage stays local.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4. Underutilized NPU Silicon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Next-gen AI PCs (Qualcomm Snapdragon X Elite with 45 TOPS Hexagon NPU) have immense neural compute power, yet 99% of creative applications still rely on legacy software CPU renderers.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82"/>
                </a:solidFill>
                <a:latin typeface="Inter"/>
              </a:defRPr>
            </a:pPr>
            <a:r>
              <a:t>Ashtavadhani  •  Qualcomm &amp; HP Snapdragon AI Lab Challenge  • 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292608"/>
          </a:xfrm>
          <a:prstGeom prst="roundRect">
            <a:avLst/>
          </a:prstGeom>
          <a:solidFill>
            <a:srgbClr val="1922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2D3EE"/>
                </a:solidFill>
                <a:latin typeface="Inter"/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Outfit"/>
              </a:defRPr>
            </a:pPr>
            <a:r>
              <a:t>Introducing Ashtavadhani (अष्टावधानी)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An autonomous multi-agent video synthesis engine inspired by classical eight-fold cognitive mastery.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🔱 Inspired by Ashtavadhana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Ancient Indian cognitive feat where a scholar performs 8 distinct intellectual tasks simultaneously without losing context. Ashtavadhani models 8 specialized AI agents that collaborate concurrently on video synthesis.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25780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⚡ Snapdragon Hexagon NPU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Direct hardware acceleration compiled and profiled on Qualcomm AI Hub. Achieves 100% NPU compute offload with sub-millisecond neural execution, unlocking desktop-class AI editing on ultra-portable battery power.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🎬 Zero-Shot Reference Cloning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Breakthrough Template Mode enables creators to upload any viral video and clone 100% of its pacing, typography, and beat flashes with user photos—without hardcoded fonts or manual keyframing.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🛡️ 100% On-Device &amp; Private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All media frames, audio tracks, and optical masks are rendered strictly on the local PC. Zero raw video bytes are uploaded to cloud servers, ensuring sovereign creator privacy.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82"/>
                </a:solidFill>
                <a:latin typeface="Inter"/>
              </a:defRPr>
            </a:pPr>
            <a:r>
              <a:t>Ashtavadhani  •  Qualcomm &amp; HP Snapdragon AI Lab Challenge  • 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292608"/>
          </a:xfrm>
          <a:prstGeom prst="roundRect">
            <a:avLst/>
          </a:prstGeom>
          <a:solidFill>
            <a:srgbClr val="1922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2D3EE"/>
                </a:solidFill>
                <a:latin typeface="Inter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Outfit"/>
              </a:defRPr>
            </a:pPr>
            <a:r>
              <a:t>Dual-Mode Agentic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Two complementary creative engines tailored for open-ended prompt editing and precision reference replication.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4389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MODE 1: STANDARD CREATIVE SUITE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Designed for open-ended, prompt-driven narrative storytelling from raw footage.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• Natural Language Directing: 'Edit my gym footage with phonk music and fast beat drops.'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• 8-Agent Council: Orchestrates Manager, Vision, Audio, SFX, Caption, and Review agents.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• Semantic B-Roll Sourcing: Detects missing shots and intelligently sources contextual inserts.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• Mathematical Beat Matching: Scans audio energy peaks to align cuts on exact musical beats.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• Kinetic Word Subtitles: Local Whisper speech recognition with synced typographic animation.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257800" cy="4389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MODE 2: 3D TEMPLATE CLONING PIPELINE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Designed for zero-shot cloning of viral Reels/TikToks with creator photos or clips.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• Reference Video Blueprinting: Deconstructs viral clips into keyframes, lyrics, and pacing.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• 9 Neural Vision Models: BiRefNet matting, ISNet tracking, LaMa inpainting, and audio muxing.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• Smart Anatomical Aligner: Computer vision eye-lock and shoulder scaling prevents distortions.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• 3D Depth Compositor: Blends kinetic words in front of or behind the creator seamlessly.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• Snapdragon NPU Acceleration: Hardware execution via Qualcomm AI Hub Hexagon NPU.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82"/>
                </a:solidFill>
                <a:latin typeface="Inter"/>
              </a:defRPr>
            </a:pPr>
            <a:r>
              <a:t>Ashtavadhani  •  Qualcomm &amp; HP Snapdragon AI Lab Challenge  • 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292608"/>
          </a:xfrm>
          <a:prstGeom prst="roundRect">
            <a:avLst/>
          </a:prstGeom>
          <a:solidFill>
            <a:srgbClr val="1922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2D3EE"/>
                </a:solidFill>
                <a:latin typeface="Inter"/>
              </a:defRPr>
            </a:pPr>
            <a:r>
              <a:t>MODE 1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Outfit"/>
              </a:defRPr>
            </a:pPr>
            <a:r>
              <a:t>The Ashtavadhani Agent Council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Eight specialized autonomous agents collaborating concurrently via structured JSON plans.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60604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1. Manager Agent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Creative scope, timeline choreography &amp; sub-agent orchestration.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60604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2. Vision Agent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Semantic clip inspection, action scoring, blur &amp; exposure filtering.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260604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3. Ref Analyzer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Pacing curves, viral rhythm extraction, and transition pattern matching.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737360"/>
            <a:ext cx="260604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4. Music Agent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FFT waveform profiling, tempo detection &amp; beat-drop synchronization.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260604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5. SFX Enhancer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Contextual audio hit placement (whooshes, risers, impacts, cinematic drops).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977639"/>
            <a:ext cx="260604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6. Transitions Agent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Dynamic whip pans, directional zooms, and speed ramps calculation.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977639"/>
            <a:ext cx="260604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7. Motion Graphics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Vibe color grading (Moody Teal, Phonk, Warm Film) &amp; branding overlays.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3977639"/>
            <a:ext cx="260604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8. Caption Typographer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Word-level speech transcription &amp; kinetic subtitle positioning.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82"/>
                </a:solidFill>
                <a:latin typeface="Inter"/>
              </a:defRPr>
            </a:pPr>
            <a:r>
              <a:t>Ashtavadhani  •  Qualcomm &amp; HP Snapdragon AI Lab Challenge  • 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292608"/>
          </a:xfrm>
          <a:prstGeom prst="roundRect">
            <a:avLst/>
          </a:prstGeom>
          <a:solidFill>
            <a:srgbClr val="1922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2D3EE"/>
                </a:solidFill>
                <a:latin typeface="Inter"/>
              </a:defRPr>
            </a:pPr>
            <a:r>
              <a:t>MODE 2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Outfit"/>
              </a:defRPr>
            </a:pPr>
            <a:r>
              <a:t>The 9-Stage Neural Cloning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How viral reference edits are deconstructed and synthesized with user assets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13258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1. Snapdragon NPU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Hardware acceleration probe (NPU → CUDA → CPU chain).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474720" cy="13258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2. Blueprint Analyzer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Keyframe rhythm &amp; typography timing extraction.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737360"/>
            <a:ext cx="3474720" cy="13258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3. BiRefNet Matting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Sub-pixel high-resolution portrait subject cutout.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3474720" cy="13258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4. ISNet Masking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Temporal subject tracking across reference frames.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200400"/>
            <a:ext cx="3474720" cy="13258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5. Model Dispatcher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Visual entropy router for plate reconstruction.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3200400"/>
            <a:ext cx="3474720" cy="13258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6. LaMa Inpainting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Fast Fourier Convolution neural plate fill.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3474720" cy="13258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7. Anatomical Aligner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Eye-locked, shoulder-ratio landmark matching.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663440"/>
            <a:ext cx="3474720" cy="13258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8. 3D Depth Compositor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Screen-light kinetic typography rendering behind creator.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4663440"/>
            <a:ext cx="3474720" cy="13258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9. Audio Sync &amp; Mux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Lossless AAC/MP4 multiplexing preserving rhythm.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82"/>
                </a:solidFill>
                <a:latin typeface="Inter"/>
              </a:defRPr>
            </a:pPr>
            <a:r>
              <a:t>Ashtavadhani  •  Qualcomm &amp; HP Snapdragon AI Lab Challenge  • 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292608"/>
          </a:xfrm>
          <a:prstGeom prst="roundRect">
            <a:avLst/>
          </a:prstGeom>
          <a:solidFill>
            <a:srgbClr val="1922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2D3EE"/>
                </a:solidFill>
                <a:latin typeface="Inter"/>
              </a:defRPr>
            </a:pPr>
            <a:r>
              <a:t>HARDWARE ACCELERATION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Outfit"/>
              </a:defRPr>
            </a:pPr>
            <a:r>
              <a:t>Qualcomm Snapdragon NPU &amp; AI Hub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Harnessing the 45 TOPS Hexagon NPU on Snapdragon X Elite for desktop-class on-device neural synthesis.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146304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800" b="1">
                <a:solidFill>
                  <a:srgbClr val="10B981"/>
                </a:solidFill>
                <a:latin typeface="Outfit"/>
              </a:defRPr>
            </a:pPr>
            <a:r>
              <a:t>100% NPU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Inter"/>
              </a:defRPr>
            </a:pPr>
            <a:r>
              <a:t>COMPUTE OFFLOAD</a:t>
            </a:r>
          </a:p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Zero CPU / GPU bottleneck during neural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474720" cy="146304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800" b="1">
                <a:solidFill>
                  <a:srgbClr val="22D3EE"/>
                </a:solidFill>
                <a:latin typeface="Outfit"/>
              </a:defRPr>
            </a:pPr>
            <a:r>
              <a:t>0.52 ms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Inter"/>
              </a:defRPr>
            </a:pPr>
            <a:r>
              <a:t>INFERENCE LATENCY</a:t>
            </a:r>
          </a:p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Benchmarked on physical Snapdragon X Elite CRD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737360"/>
            <a:ext cx="3474720" cy="146304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800" b="1">
                <a:solidFill>
                  <a:srgbClr val="8B5CF6"/>
                </a:solidFill>
                <a:latin typeface="Outfit"/>
              </a:defRPr>
            </a:pPr>
            <a:r>
              <a:t>36.2 MB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Inter"/>
              </a:defRPr>
            </a:pPr>
            <a:r>
              <a:t>PEAK MEMORY FOOTPRINT</a:t>
            </a:r>
          </a:p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Ultra-low memory usage leaves RAM free for video editing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698480" cy="27432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QUALCOMM AI HUB PIPELINE &amp; RESILIENT FALLBACK CHAIN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1. Qualcomm AI Hub SDK (qai-hub 0.55.0): Connected via secure API token to compile models for Qualcomm Hexagon NPU.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2. Compilation Target: Compiled using '--target_runtime precompiled_qnn_onnx' for native execution on Snapdragon X Elite.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3. Real Hardware Verification: Validated on physical Snapdragon X Elite Compute Reference Device (CRD) via QAI Hub jobs.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4. 3-Tier Graceful Fallback Architecture: Snapdragon NPU (Primary) → CUDA GPU (Secondary) → Multithreaded CPU (Universal Fallback). The app runs universally on any computer while running exponentially faster on Snapdragon.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5. Efficiency Impact: Offloading vision models to Hexagon NPU extends laptop battery life up to 3-4x compared to GPU rendering.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82"/>
                </a:solidFill>
                <a:latin typeface="Inter"/>
              </a:defRPr>
            </a:pPr>
            <a:r>
              <a:t>Ashtavadhani  •  Qualcomm &amp; HP Snapdragon AI Lab Challenge  • 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292608"/>
          </a:xfrm>
          <a:prstGeom prst="roundRect">
            <a:avLst/>
          </a:prstGeom>
          <a:solidFill>
            <a:srgbClr val="1922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2D3EE"/>
                </a:solidFill>
                <a:latin typeface="Inter"/>
              </a:defRPr>
            </a:pPr>
            <a:r>
              <a:t>DEEP TECH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Outfit"/>
              </a:defRPr>
            </a:pPr>
            <a:r>
              <a:t>Proprietary Algorithmic Breakthroughs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Core technical contributions solving complex visual synchronization and background reconstruction.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Visual Entropy Model Dispatcher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Dynamically analyzes Hue Standard Deviation and Laplacian Edge Density on frame margins to select the optimal background strategy: Fast Wall Averaging for flat studios, Fourier LaMa for textured surfaces, or ProPainter for dynamic motions.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25780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Smart Anatomical Landmark Alignment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Calculates eye-line heights, head centers, and shoulder width ratios between reference creators and the user. Eliminates awkward uncanny-valley scaling by anchoring the user naturally in the 3D frame.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Screen-Light Kinetic Typo Compositor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Renders kinetic typography using specialized Screen Light blending. Keeps text crisp behind or in front of the creator with zero hardcoded fonts, replicating authentic viral aesthetic reveals.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Dynamic Reference Memory Cache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Disk-persistent reference analysis caching prevents re-analyzing video blueprints. Keyframe masks and scene cuts load instantly from cache, reducing compilation times from minutes to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82"/>
                </a:solidFill>
                <a:latin typeface="Inter"/>
              </a:defRPr>
            </a:pPr>
            <a:r>
              <a:t>Ashtavadhani  •  Qualcomm &amp; HP Snapdragon AI Lab Challenge  • 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292608"/>
          </a:xfrm>
          <a:prstGeom prst="roundRect">
            <a:avLst/>
          </a:prstGeom>
          <a:solidFill>
            <a:srgbClr val="1922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2D3EE"/>
                </a:solidFill>
                <a:latin typeface="Inter"/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Outfit"/>
              </a:defRPr>
            </a:pPr>
            <a:r>
              <a:t>Interactive Studio UI &amp; Live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Designed for creators with real-time feedback, visual controls, and continuous agent transparency.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Live Server-Sent Events (SSE) Streaming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Terminal logs and progress percentages stream live from backend threads to the frontend. Creators see every stage execute in real time without refreshing or polling.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25780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Dynamic Dual-Grid UI Switching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Switching from Videos to Template tab instantly toggles the Agent Operations Center between the 8-Agent Council and the 9 Neural Models with active pulse indicators.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Interactive 2D Transform Box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Visual bounding box overlaid directly on the video player allows creators to drag, nudge, and scale their subject in real time with instantaneous coordinate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AI Supervisor Natural Language Refinement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Inter"/>
              </a:defRPr>
            </a:pPr>
            <a:r>
              <a:t>Post-render refinement panel: type 'make my photo brighter and put text behind me' and the AI supervisor recalculates parameters and re-renders automatically.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82"/>
                </a:solidFill>
                <a:latin typeface="Inter"/>
              </a:defRPr>
            </a:pPr>
            <a:r>
              <a:t>Ashtavadhani  •  Qualcomm &amp; HP Snapdragon AI Lab Challenge  • 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292608"/>
          </a:xfrm>
          <a:prstGeom prst="roundRect">
            <a:avLst/>
          </a:prstGeom>
          <a:solidFill>
            <a:srgbClr val="1922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2D3EE"/>
                </a:solidFill>
                <a:latin typeface="Inter"/>
              </a:defRPr>
            </a:pPr>
            <a:r>
              <a:t>MARKET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Outfit"/>
              </a:defRPr>
            </a:pPr>
            <a:r>
              <a:t>Value Proposition &amp; Competitive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Transforming short-form content economics through on-device edge acceleration.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13716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600" b="1">
                <a:solidFill>
                  <a:srgbClr val="22D3EE"/>
                </a:solidFill>
                <a:latin typeface="Outfit"/>
              </a:defRPr>
            </a:pPr>
            <a:r>
              <a:t>10x Faster</a:t>
            </a:r>
          </a:p>
          <a:p>
            <a:pPr>
              <a:defRPr sz="950" b="1">
                <a:solidFill>
                  <a:srgbClr val="F8FAFC"/>
                </a:solidFill>
                <a:latin typeface="Inter"/>
              </a:defRPr>
            </a:pPr>
            <a:r>
              <a:t>ITERATION SPEED</a:t>
            </a:r>
          </a:p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Zero cloud upload queues; instant on-device neural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474720" cy="13716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600" b="1">
                <a:solidFill>
                  <a:srgbClr val="10B981"/>
                </a:solidFill>
                <a:latin typeface="Outfit"/>
              </a:defRPr>
            </a:pPr>
            <a:r>
              <a:t>$0 / Month</a:t>
            </a:r>
          </a:p>
          <a:p>
            <a:pPr>
              <a:defRPr sz="950" b="1">
                <a:solidFill>
                  <a:srgbClr val="F8FAFC"/>
                </a:solidFill>
                <a:latin typeface="Inter"/>
              </a:defRPr>
            </a:pPr>
            <a:r>
              <a:t>SUBSCRIPTION COSTS</a:t>
            </a:r>
          </a:p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Runs locally on user hardware without recurring server API bills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737360"/>
            <a:ext cx="3474720" cy="13716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600" b="1">
                <a:solidFill>
                  <a:srgbClr val="8B5CF6"/>
                </a:solidFill>
                <a:latin typeface="Outfit"/>
              </a:defRPr>
            </a:pPr>
            <a:r>
              <a:t>100% Private</a:t>
            </a:r>
          </a:p>
          <a:p>
            <a:pPr>
              <a:defRPr sz="950" b="1">
                <a:solidFill>
                  <a:srgbClr val="F8FAFC"/>
                </a:solidFill>
                <a:latin typeface="Inter"/>
              </a:defRPr>
            </a:pPr>
            <a:r>
              <a:t>ZERO DATA LEAKAGE</a:t>
            </a:r>
          </a:p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Media files never leave the creator's Snapdragon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698480" cy="283464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TARGET AUDIENCE &amp; ECOSYSTEM IMPACT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• 200M+ Digital Creators: Democratizes viral Reels/TikTok editing for indie creators who cannot afford professional editors.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• Social Media Marketing Agencies: Enables 1-click template cloning for brand campaigns, cutting turnaround from days to minutes.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• Qualcomm Snapdragon PC Ecosystem: Serves as a flagship showcase application proving why creators need Snapdragon X Elite Copilot+ AI PCs with 45 TOPS NPUs.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• Battery-Operated Creative Workstations: Unlike power-hungry discrete GPUs that drain laptops in 1 hour of editing, Snapdragon NPU efficiency enables all-day editing on battery power.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82"/>
                </a:solidFill>
                <a:latin typeface="Inter"/>
              </a:defRPr>
            </a:pPr>
            <a:r>
              <a:t>Ashtavadhani  •  Qualcomm &amp; HP Snapdragon AI Lab Challenge  • 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292608"/>
          </a:xfrm>
          <a:prstGeom prst="roundRect">
            <a:avLst/>
          </a:prstGeom>
          <a:solidFill>
            <a:srgbClr val="19223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2D3EE"/>
                </a:solidFill>
                <a:latin typeface="Inter"/>
              </a:defRPr>
            </a:pPr>
            <a:r>
              <a:t>VISION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Outfit"/>
              </a:defRPr>
            </a:pPr>
            <a:r>
              <a:t>Future Roadmap &amp; Ecosystem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Expanding Ashtavadhani into a comprehensive real-time neural production suite.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4389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Phase 1: Current Release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✅ 8-Agent Council standard workflow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✅ 9-Model 3D zero-shot template cloning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✅ Qualcomm AI Hub Hexagon NPU offload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✅ Real-time SSE percentage streaming UI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✅ Resilient NPU → CUDA → CPU fallback 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474720" cy="4389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Phase 2: Real-Time Stream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🔄 Live webcam neural synthesis at 60 FPS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🔄 Real-time virtual studio background inpainting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🔄 Direct integration with Snapdragon WoS DirectML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🔄 Multi-track audio stem separation on Hexagon NPU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737360"/>
            <a:ext cx="3474720" cy="4389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250" b="1">
                <a:solidFill>
                  <a:srgbClr val="22D3EE"/>
                </a:solidFill>
                <a:latin typeface="Outfit"/>
              </a:defRPr>
            </a:pPr>
            <a:r>
              <a:t>Phase 3: Multi-Modal Studio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🚀 Autonomous voiceover generation with lip-sync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🚀 Multilingual kinetic caption localization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🚀 Community viral template hub with 1-click clone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Inter"/>
              </a:defRPr>
            </a:pPr>
            <a:r>
              <a:t>🚀 Native Qualcomm Snapdragon Developer SDK plug-in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82"/>
                </a:solidFill>
                <a:latin typeface="Inter"/>
              </a:defRPr>
            </a:pPr>
            <a:r>
              <a:t>Ashtavadhani  •  Qualcomm &amp; HP Snapdragon AI Lab Challenge  • 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4663440"/>
          </a:xfrm>
          <a:prstGeom prst="rect">
            <a:avLst/>
          </a:prstGeom>
          <a:solidFill>
            <a:srgbClr val="0E1420"/>
          </a:solidFill>
          <a:ln w="19050">
            <a:solidFill>
              <a:srgbClr val="28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463040"/>
            <a:ext cx="164592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0896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F8FAFC"/>
                </a:solidFill>
                <a:latin typeface="Outfit"/>
              </a:defRPr>
            </a:pPr>
            <a:r>
              <a:t>ASHTAVADHANI (अष्टावधानी)</a:t>
            </a:r>
          </a:p>
          <a:p>
            <a:pPr>
              <a:spcAft>
                <a:spcPts val="1400"/>
              </a:spcAft>
              <a:defRPr sz="1500" b="1">
                <a:solidFill>
                  <a:srgbClr val="22D3EE"/>
                </a:solidFill>
                <a:latin typeface="Outfit"/>
              </a:defRPr>
            </a:pPr>
            <a:r>
              <a:t>The Future of Video Synthesis is On-Device, Agentic, and Powered by Snapdragon.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✔ Multi-Agent Cognitive Orchestration: 8 agents collaborate in real-time.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✔ 3D Zero-Shot Template Cloning: 9 neural models replicate viral video pacing.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✔ Qualcomm AI Hub Verified: 100% NPU offload with 0.52 ms latency on Snapdragon X Elite.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✔ Creator Sovereignty: 100% local, private, and free of recurring subscription costs.</a:t>
            </a:r>
          </a:p>
          <a:p>
            <a:br/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GitHub Repository: https://github.com/sanyam47/ashtavadhani</a:t>
            </a:r>
            <a:br/>
            <a:r>
              <a:t>Challenge: Qualcomm &amp; HP Snapdragon AI Lab  |  Candidate: Sanyam Asopa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82"/>
                </a:solidFill>
                <a:latin typeface="Inter"/>
              </a:defRPr>
            </a:pPr>
            <a:r>
              <a:t>Ashtavadhani  •  Qualcomm &amp; HP Snapdragon AI Lab Challenge  • 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